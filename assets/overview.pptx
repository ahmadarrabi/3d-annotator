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228600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7" autoAdjust="0"/>
    <p:restoredTop sz="94660"/>
  </p:normalViewPr>
  <p:slideViewPr>
    <p:cSldViewPr snapToGrid="0">
      <p:cViewPr>
        <p:scale>
          <a:sx n="33" d="100"/>
          <a:sy n="33" d="100"/>
        </p:scale>
        <p:origin x="1814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0" y="2095078"/>
            <a:ext cx="17145000" cy="4456853"/>
          </a:xfrm>
        </p:spPr>
        <p:txBody>
          <a:bodyPr anchor="b"/>
          <a:lstStyle>
            <a:lvl1pPr algn="ctr"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6723804"/>
            <a:ext cx="17145000" cy="3090756"/>
          </a:xfrm>
        </p:spPr>
        <p:txBody>
          <a:bodyPr/>
          <a:lstStyle>
            <a:lvl1pPr marL="0" indent="0" algn="ctr">
              <a:buNone/>
              <a:defRPr sz="4480"/>
            </a:lvl1pPr>
            <a:lvl2pPr marL="853455" indent="0" algn="ctr">
              <a:buNone/>
              <a:defRPr sz="3733"/>
            </a:lvl2pPr>
            <a:lvl3pPr marL="1706910" indent="0" algn="ctr">
              <a:buNone/>
              <a:defRPr sz="3360"/>
            </a:lvl3pPr>
            <a:lvl4pPr marL="2560366" indent="0" algn="ctr">
              <a:buNone/>
              <a:defRPr sz="2987"/>
            </a:lvl4pPr>
            <a:lvl5pPr marL="3413821" indent="0" algn="ctr">
              <a:buNone/>
              <a:defRPr sz="2987"/>
            </a:lvl5pPr>
            <a:lvl6pPr marL="4267276" indent="0" algn="ctr">
              <a:buNone/>
              <a:defRPr sz="2987"/>
            </a:lvl6pPr>
            <a:lvl7pPr marL="5120731" indent="0" algn="ctr">
              <a:buNone/>
              <a:defRPr sz="2987"/>
            </a:lvl7pPr>
            <a:lvl8pPr marL="5974187" indent="0" algn="ctr">
              <a:buNone/>
              <a:defRPr sz="2987"/>
            </a:lvl8pPr>
            <a:lvl9pPr marL="6827642" indent="0" algn="ctr">
              <a:buNone/>
              <a:defRPr sz="29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4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9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19" y="3191512"/>
            <a:ext cx="19716750" cy="5325109"/>
          </a:xfrm>
        </p:spPr>
        <p:txBody>
          <a:bodyPr anchor="b"/>
          <a:lstStyle>
            <a:lvl1pPr>
              <a:defRPr sz="1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19" y="8566999"/>
            <a:ext cx="19716750" cy="2800349"/>
          </a:xfrm>
        </p:spPr>
        <p:txBody>
          <a:bodyPr/>
          <a:lstStyle>
            <a:lvl1pPr marL="0" indent="0">
              <a:buNone/>
              <a:defRPr sz="4480">
                <a:solidFill>
                  <a:schemeClr val="tx1">
                    <a:tint val="82000"/>
                  </a:schemeClr>
                </a:solidFill>
              </a:defRPr>
            </a:lvl1pPr>
            <a:lvl2pPr marL="853455" indent="0">
              <a:buNone/>
              <a:defRPr sz="3733">
                <a:solidFill>
                  <a:schemeClr val="tx1">
                    <a:tint val="82000"/>
                  </a:schemeClr>
                </a:solidFill>
              </a:defRPr>
            </a:lvl2pPr>
            <a:lvl3pPr marL="170691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3pPr>
            <a:lvl4pPr marL="2560366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4pPr>
            <a:lvl5pPr marL="3413821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5pPr>
            <a:lvl6pPr marL="4267276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6pPr>
            <a:lvl7pPr marL="5120731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7pPr>
            <a:lvl8pPr marL="5974187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8pPr>
            <a:lvl9pPr marL="6827642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3407833"/>
            <a:ext cx="971550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3407833"/>
            <a:ext cx="971550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2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681568"/>
            <a:ext cx="1971675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3" y="3138171"/>
            <a:ext cx="9670851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3" y="4676140"/>
            <a:ext cx="967085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5" y="3138171"/>
            <a:ext cx="9718478" cy="1537969"/>
          </a:xfrm>
        </p:spPr>
        <p:txBody>
          <a:bodyPr anchor="b"/>
          <a:lstStyle>
            <a:lvl1pPr marL="0" indent="0">
              <a:buNone/>
              <a:defRPr sz="4480" b="1"/>
            </a:lvl1pPr>
            <a:lvl2pPr marL="853455" indent="0">
              <a:buNone/>
              <a:defRPr sz="3733" b="1"/>
            </a:lvl2pPr>
            <a:lvl3pPr marL="1706910" indent="0">
              <a:buNone/>
              <a:defRPr sz="3360" b="1"/>
            </a:lvl3pPr>
            <a:lvl4pPr marL="2560366" indent="0">
              <a:buNone/>
              <a:defRPr sz="2987" b="1"/>
            </a:lvl4pPr>
            <a:lvl5pPr marL="3413821" indent="0">
              <a:buNone/>
              <a:defRPr sz="2987" b="1"/>
            </a:lvl5pPr>
            <a:lvl6pPr marL="4267276" indent="0">
              <a:buNone/>
              <a:defRPr sz="2987" b="1"/>
            </a:lvl6pPr>
            <a:lvl7pPr marL="5120731" indent="0">
              <a:buNone/>
              <a:defRPr sz="2987" b="1"/>
            </a:lvl7pPr>
            <a:lvl8pPr marL="5974187" indent="0">
              <a:buNone/>
              <a:defRPr sz="2987" b="1"/>
            </a:lvl8pPr>
            <a:lvl9pPr marL="6827642" indent="0">
              <a:buNone/>
              <a:defRPr sz="29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5" y="4676140"/>
            <a:ext cx="9718478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9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0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853440"/>
            <a:ext cx="7372944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1843194"/>
            <a:ext cx="11572875" cy="9097433"/>
          </a:xfrm>
        </p:spPr>
        <p:txBody>
          <a:bodyPr/>
          <a:lstStyle>
            <a:lvl1pPr>
              <a:defRPr sz="5973"/>
            </a:lvl1pPr>
            <a:lvl2pPr>
              <a:defRPr sz="5227"/>
            </a:lvl2pPr>
            <a:lvl3pPr>
              <a:defRPr sz="4480"/>
            </a:lvl3pPr>
            <a:lvl4pPr>
              <a:defRPr sz="3733"/>
            </a:lvl4pPr>
            <a:lvl5pPr>
              <a:defRPr sz="3733"/>
            </a:lvl5pPr>
            <a:lvl6pPr>
              <a:defRPr sz="3733"/>
            </a:lvl6pPr>
            <a:lvl7pPr>
              <a:defRPr sz="3733"/>
            </a:lvl7pPr>
            <a:lvl8pPr>
              <a:defRPr sz="3733"/>
            </a:lvl8pPr>
            <a:lvl9pPr>
              <a:defRPr sz="3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3840480"/>
            <a:ext cx="7372944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0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853440"/>
            <a:ext cx="7372944" cy="2987040"/>
          </a:xfrm>
        </p:spPr>
        <p:txBody>
          <a:bodyPr anchor="b"/>
          <a:lstStyle>
            <a:lvl1pPr>
              <a:defRPr sz="59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1843194"/>
            <a:ext cx="11572875" cy="9097433"/>
          </a:xfrm>
        </p:spPr>
        <p:txBody>
          <a:bodyPr anchor="t"/>
          <a:lstStyle>
            <a:lvl1pPr marL="0" indent="0">
              <a:buNone/>
              <a:defRPr sz="5973"/>
            </a:lvl1pPr>
            <a:lvl2pPr marL="853455" indent="0">
              <a:buNone/>
              <a:defRPr sz="5227"/>
            </a:lvl2pPr>
            <a:lvl3pPr marL="1706910" indent="0">
              <a:buNone/>
              <a:defRPr sz="4480"/>
            </a:lvl3pPr>
            <a:lvl4pPr marL="2560366" indent="0">
              <a:buNone/>
              <a:defRPr sz="3733"/>
            </a:lvl4pPr>
            <a:lvl5pPr marL="3413821" indent="0">
              <a:buNone/>
              <a:defRPr sz="3733"/>
            </a:lvl5pPr>
            <a:lvl6pPr marL="4267276" indent="0">
              <a:buNone/>
              <a:defRPr sz="3733"/>
            </a:lvl6pPr>
            <a:lvl7pPr marL="5120731" indent="0">
              <a:buNone/>
              <a:defRPr sz="3733"/>
            </a:lvl7pPr>
            <a:lvl8pPr marL="5974187" indent="0">
              <a:buNone/>
              <a:defRPr sz="3733"/>
            </a:lvl8pPr>
            <a:lvl9pPr marL="6827642" indent="0">
              <a:buNone/>
              <a:defRPr sz="3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3840480"/>
            <a:ext cx="7372944" cy="7114964"/>
          </a:xfrm>
        </p:spPr>
        <p:txBody>
          <a:bodyPr/>
          <a:lstStyle>
            <a:lvl1pPr marL="0" indent="0">
              <a:buNone/>
              <a:defRPr sz="2987"/>
            </a:lvl1pPr>
            <a:lvl2pPr marL="853455" indent="0">
              <a:buNone/>
              <a:defRPr sz="2613"/>
            </a:lvl2pPr>
            <a:lvl3pPr marL="1706910" indent="0">
              <a:buNone/>
              <a:defRPr sz="2240"/>
            </a:lvl3pPr>
            <a:lvl4pPr marL="2560366" indent="0">
              <a:buNone/>
              <a:defRPr sz="1867"/>
            </a:lvl4pPr>
            <a:lvl5pPr marL="3413821" indent="0">
              <a:buNone/>
              <a:defRPr sz="1867"/>
            </a:lvl5pPr>
            <a:lvl6pPr marL="4267276" indent="0">
              <a:buNone/>
              <a:defRPr sz="1867"/>
            </a:lvl6pPr>
            <a:lvl7pPr marL="5120731" indent="0">
              <a:buNone/>
              <a:defRPr sz="1867"/>
            </a:lvl7pPr>
            <a:lvl8pPr marL="5974187" indent="0">
              <a:buNone/>
              <a:defRPr sz="1867"/>
            </a:lvl8pPr>
            <a:lvl9pPr marL="6827642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8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5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7" y="681567"/>
            <a:ext cx="4929188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5" y="681567"/>
            <a:ext cx="14501813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6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681568"/>
            <a:ext cx="1971675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3407833"/>
            <a:ext cx="1971675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11865187"/>
            <a:ext cx="514350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A4FEC-1FD3-4CE8-AA04-AC4B63EFA7BC}" type="datetimeFigureOut">
              <a:rPr lang="en-US" smtClean="0"/>
              <a:t>2025-12-17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11865187"/>
            <a:ext cx="771525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11865187"/>
            <a:ext cx="514350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50304-26E4-43CE-B53E-3942E0C35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3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706910" rtl="0" eaLnBrk="1" latinLnBrk="0" hangingPunct="1">
        <a:lnSpc>
          <a:spcPct val="90000"/>
        </a:lnSpc>
        <a:spcBef>
          <a:spcPct val="0"/>
        </a:spcBef>
        <a:buNone/>
        <a:defRPr sz="82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6728" indent="-426728" algn="l" defTabSz="1706910" rtl="0" eaLnBrk="1" latinLnBrk="0" hangingPunct="1">
        <a:lnSpc>
          <a:spcPct val="90000"/>
        </a:lnSpc>
        <a:spcBef>
          <a:spcPts val="1867"/>
        </a:spcBef>
        <a:buFont typeface="Arial" panose="020B0604020202020204" pitchFamily="34" charset="0"/>
        <a:buChar char="•"/>
        <a:defRPr sz="5227" kern="1200">
          <a:solidFill>
            <a:schemeClr val="tx1"/>
          </a:solidFill>
          <a:latin typeface="+mn-lt"/>
          <a:ea typeface="+mn-ea"/>
          <a:cs typeface="+mn-cs"/>
        </a:defRPr>
      </a:lvl1pPr>
      <a:lvl2pPr marL="128018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2pPr>
      <a:lvl3pPr marL="2133638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3pPr>
      <a:lvl4pPr marL="2987093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84054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69400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547459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914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7254370" indent="-426728" algn="l" defTabSz="17069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53455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706910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6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1382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67276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5120731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974187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827642" algn="l" defTabSz="1706910" rtl="0" eaLnBrk="1" latinLnBrk="0" hangingPunct="1"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31C66-A229-D88E-1FC9-FDA9ED56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8FF51ED9-0E0A-5714-E251-8420EACDD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17" y="441635"/>
            <a:ext cx="22223564" cy="119183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581E474-3C3C-B4B3-ABD0-B3FDF624DF95}"/>
              </a:ext>
            </a:extLst>
          </p:cNvPr>
          <p:cNvSpPr/>
          <p:nvPr/>
        </p:nvSpPr>
        <p:spPr>
          <a:xfrm>
            <a:off x="578344" y="2720237"/>
            <a:ext cx="4321318" cy="16765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10F2F-9703-A9F8-DC21-9A578CCBED69}"/>
              </a:ext>
            </a:extLst>
          </p:cNvPr>
          <p:cNvSpPr/>
          <p:nvPr/>
        </p:nvSpPr>
        <p:spPr>
          <a:xfrm>
            <a:off x="578344" y="5058851"/>
            <a:ext cx="4166036" cy="5136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3E21D0-4311-93A2-BCF9-96EA89D10E37}"/>
              </a:ext>
            </a:extLst>
          </p:cNvPr>
          <p:cNvSpPr/>
          <p:nvPr/>
        </p:nvSpPr>
        <p:spPr>
          <a:xfrm>
            <a:off x="578344" y="6178248"/>
            <a:ext cx="4166035" cy="16031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DA0D0C-8BEC-E5BB-0087-F42CBB22AA38}"/>
              </a:ext>
            </a:extLst>
          </p:cNvPr>
          <p:cNvSpPr/>
          <p:nvPr/>
        </p:nvSpPr>
        <p:spPr>
          <a:xfrm>
            <a:off x="1104753" y="8060439"/>
            <a:ext cx="3143156" cy="261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2C99D0-2B8F-DEBD-EADC-A17E6E00FABF}"/>
              </a:ext>
            </a:extLst>
          </p:cNvPr>
          <p:cNvSpPr/>
          <p:nvPr/>
        </p:nvSpPr>
        <p:spPr>
          <a:xfrm>
            <a:off x="578344" y="8742903"/>
            <a:ext cx="4321317" cy="463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94F0C1-7361-66AC-8FA7-121E74118473}"/>
              </a:ext>
            </a:extLst>
          </p:cNvPr>
          <p:cNvSpPr/>
          <p:nvPr/>
        </p:nvSpPr>
        <p:spPr>
          <a:xfrm>
            <a:off x="578343" y="11447362"/>
            <a:ext cx="4198571" cy="5136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401BE8-6C89-5248-16CB-F8C033D41CF5}"/>
              </a:ext>
            </a:extLst>
          </p:cNvPr>
          <p:cNvSpPr/>
          <p:nvPr/>
        </p:nvSpPr>
        <p:spPr>
          <a:xfrm>
            <a:off x="6849034" y="901009"/>
            <a:ext cx="14074589" cy="6539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9C7A4E-89E1-4FD3-DAB9-1BE66D46C30E}"/>
              </a:ext>
            </a:extLst>
          </p:cNvPr>
          <p:cNvSpPr/>
          <p:nvPr/>
        </p:nvSpPr>
        <p:spPr>
          <a:xfrm>
            <a:off x="5934635" y="7781364"/>
            <a:ext cx="15580660" cy="457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9A718-2970-5A02-CA52-7DB5E54771EA}"/>
              </a:ext>
            </a:extLst>
          </p:cNvPr>
          <p:cNvSpPr txBox="1"/>
          <p:nvPr/>
        </p:nvSpPr>
        <p:spPr>
          <a:xfrm>
            <a:off x="1400789" y="2311905"/>
            <a:ext cx="271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Navigate Patients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5C3A3-6AEA-C4B4-B1B8-01C9CF9447A5}"/>
              </a:ext>
            </a:extLst>
          </p:cNvPr>
          <p:cNvSpPr txBox="1"/>
          <p:nvPr/>
        </p:nvSpPr>
        <p:spPr>
          <a:xfrm>
            <a:off x="1380970" y="4624208"/>
            <a:ext cx="271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Control HU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7E1A2B-7FFB-2B1C-E31E-96C208C98C21}"/>
              </a:ext>
            </a:extLst>
          </p:cNvPr>
          <p:cNvSpPr txBox="1"/>
          <p:nvPr/>
        </p:nvSpPr>
        <p:spPr>
          <a:xfrm>
            <a:off x="1223888" y="5798282"/>
            <a:ext cx="271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Navigate Landmarks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792E64-5A1C-63B6-570F-390EE8A940FC}"/>
              </a:ext>
            </a:extLst>
          </p:cNvPr>
          <p:cNvSpPr txBox="1"/>
          <p:nvPr/>
        </p:nvSpPr>
        <p:spPr>
          <a:xfrm>
            <a:off x="4411727" y="7963127"/>
            <a:ext cx="2228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Current selection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D48568-CC3D-B207-F52B-B5CE2060AB8A}"/>
              </a:ext>
            </a:extLst>
          </p:cNvPr>
          <p:cNvSpPr txBox="1"/>
          <p:nvPr/>
        </p:nvSpPr>
        <p:spPr>
          <a:xfrm>
            <a:off x="4350142" y="8715752"/>
            <a:ext cx="2072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Save annotation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5BA30B-BF9B-9390-D692-D2A1F27899D3}"/>
              </a:ext>
            </a:extLst>
          </p:cNvPr>
          <p:cNvSpPr txBox="1"/>
          <p:nvPr/>
        </p:nvSpPr>
        <p:spPr>
          <a:xfrm>
            <a:off x="1858352" y="11048441"/>
            <a:ext cx="16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Instructions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F312D-BDE2-9B7C-0555-7DAAF272FCD9}"/>
              </a:ext>
            </a:extLst>
          </p:cNvPr>
          <p:cNvSpPr txBox="1"/>
          <p:nvPr/>
        </p:nvSpPr>
        <p:spPr>
          <a:xfrm>
            <a:off x="11300406" y="535591"/>
            <a:ext cx="4939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Orthogonal Average Intensity Projections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0147D0-E2CC-65ED-D144-F9014F31600D}"/>
              </a:ext>
            </a:extLst>
          </p:cNvPr>
          <p:cNvSpPr txBox="1"/>
          <p:nvPr/>
        </p:nvSpPr>
        <p:spPr>
          <a:xfrm>
            <a:off x="12145563" y="7499971"/>
            <a:ext cx="3481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Multi-Planar Reconstruction</a:t>
            </a:r>
          </a:p>
        </p:txBody>
      </p:sp>
    </p:spTree>
    <p:extLst>
      <p:ext uri="{BB962C8B-B14F-4D97-AF65-F5344CB8AC3E}">
        <p14:creationId xmlns:p14="http://schemas.microsoft.com/office/powerpoint/2010/main" val="20944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17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Arrabi</dc:creator>
  <cp:lastModifiedBy>Ahmad Arrabi</cp:lastModifiedBy>
  <cp:revision>5</cp:revision>
  <dcterms:created xsi:type="dcterms:W3CDTF">2025-12-10T02:01:57Z</dcterms:created>
  <dcterms:modified xsi:type="dcterms:W3CDTF">2025-12-17T05:45:52Z</dcterms:modified>
</cp:coreProperties>
</file>