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22860000" cy="12801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77" autoAdjust="0"/>
    <p:restoredTop sz="94660"/>
  </p:normalViewPr>
  <p:slideViewPr>
    <p:cSldViewPr snapToGrid="0">
      <p:cViewPr>
        <p:scale>
          <a:sx n="66" d="100"/>
          <a:sy n="66" d="100"/>
        </p:scale>
        <p:origin x="2216" y="7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857500" y="2095078"/>
            <a:ext cx="17145000" cy="4456853"/>
          </a:xfrm>
        </p:spPr>
        <p:txBody>
          <a:bodyPr anchor="b"/>
          <a:lstStyle>
            <a:lvl1pPr algn="ctr">
              <a:defRPr sz="11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57500" y="6723804"/>
            <a:ext cx="17145000" cy="3090756"/>
          </a:xfrm>
        </p:spPr>
        <p:txBody>
          <a:bodyPr/>
          <a:lstStyle>
            <a:lvl1pPr marL="0" indent="0" algn="ctr">
              <a:buNone/>
              <a:defRPr sz="4480"/>
            </a:lvl1pPr>
            <a:lvl2pPr marL="853455" indent="0" algn="ctr">
              <a:buNone/>
              <a:defRPr sz="3733"/>
            </a:lvl2pPr>
            <a:lvl3pPr marL="1706910" indent="0" algn="ctr">
              <a:buNone/>
              <a:defRPr sz="3360"/>
            </a:lvl3pPr>
            <a:lvl4pPr marL="2560366" indent="0" algn="ctr">
              <a:buNone/>
              <a:defRPr sz="2987"/>
            </a:lvl4pPr>
            <a:lvl5pPr marL="3413821" indent="0" algn="ctr">
              <a:buNone/>
              <a:defRPr sz="2987"/>
            </a:lvl5pPr>
            <a:lvl6pPr marL="4267276" indent="0" algn="ctr">
              <a:buNone/>
              <a:defRPr sz="2987"/>
            </a:lvl6pPr>
            <a:lvl7pPr marL="5120731" indent="0" algn="ctr">
              <a:buNone/>
              <a:defRPr sz="2987"/>
            </a:lvl7pPr>
            <a:lvl8pPr marL="5974187" indent="0" algn="ctr">
              <a:buNone/>
              <a:defRPr sz="2987"/>
            </a:lvl8pPr>
            <a:lvl9pPr marL="6827642" indent="0" algn="ctr">
              <a:buNone/>
              <a:defRPr sz="298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A4FEC-1FD3-4CE8-AA04-AC4B63EFA7BC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B50304-26E4-43CE-B53E-3942E0C352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746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A4FEC-1FD3-4CE8-AA04-AC4B63EFA7BC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B50304-26E4-43CE-B53E-3942E0C352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493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9719" y="3191512"/>
            <a:ext cx="19716750" cy="5325109"/>
          </a:xfrm>
        </p:spPr>
        <p:txBody>
          <a:bodyPr anchor="b"/>
          <a:lstStyle>
            <a:lvl1pPr>
              <a:defRPr sz="11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9719" y="8566999"/>
            <a:ext cx="19716750" cy="2800349"/>
          </a:xfrm>
        </p:spPr>
        <p:txBody>
          <a:bodyPr/>
          <a:lstStyle>
            <a:lvl1pPr marL="0" indent="0">
              <a:buNone/>
              <a:defRPr sz="4480">
                <a:solidFill>
                  <a:schemeClr val="tx1">
                    <a:tint val="82000"/>
                  </a:schemeClr>
                </a:solidFill>
              </a:defRPr>
            </a:lvl1pPr>
            <a:lvl2pPr marL="853455" indent="0">
              <a:buNone/>
              <a:defRPr sz="3733">
                <a:solidFill>
                  <a:schemeClr val="tx1">
                    <a:tint val="82000"/>
                  </a:schemeClr>
                </a:solidFill>
              </a:defRPr>
            </a:lvl2pPr>
            <a:lvl3pPr marL="1706910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3pPr>
            <a:lvl4pPr marL="2560366" indent="0">
              <a:buNone/>
              <a:defRPr sz="2987">
                <a:solidFill>
                  <a:schemeClr val="tx1">
                    <a:tint val="82000"/>
                  </a:schemeClr>
                </a:solidFill>
              </a:defRPr>
            </a:lvl4pPr>
            <a:lvl5pPr marL="3413821" indent="0">
              <a:buNone/>
              <a:defRPr sz="2987">
                <a:solidFill>
                  <a:schemeClr val="tx1">
                    <a:tint val="82000"/>
                  </a:schemeClr>
                </a:solidFill>
              </a:defRPr>
            </a:lvl5pPr>
            <a:lvl6pPr marL="4267276" indent="0">
              <a:buNone/>
              <a:defRPr sz="2987">
                <a:solidFill>
                  <a:schemeClr val="tx1">
                    <a:tint val="82000"/>
                  </a:schemeClr>
                </a:solidFill>
              </a:defRPr>
            </a:lvl6pPr>
            <a:lvl7pPr marL="5120731" indent="0">
              <a:buNone/>
              <a:defRPr sz="2987">
                <a:solidFill>
                  <a:schemeClr val="tx1">
                    <a:tint val="82000"/>
                  </a:schemeClr>
                </a:solidFill>
              </a:defRPr>
            </a:lvl7pPr>
            <a:lvl8pPr marL="5974187" indent="0">
              <a:buNone/>
              <a:defRPr sz="2987">
                <a:solidFill>
                  <a:schemeClr val="tx1">
                    <a:tint val="82000"/>
                  </a:schemeClr>
                </a:solidFill>
              </a:defRPr>
            </a:lvl8pPr>
            <a:lvl9pPr marL="6827642" indent="0">
              <a:buNone/>
              <a:defRPr sz="298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A4FEC-1FD3-4CE8-AA04-AC4B63EFA7BC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B50304-26E4-43CE-B53E-3942E0C352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25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71625" y="3407833"/>
            <a:ext cx="9715500" cy="81224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72875" y="3407833"/>
            <a:ext cx="9715500" cy="81224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A4FEC-1FD3-4CE8-AA04-AC4B63EFA7BC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B50304-26E4-43CE-B53E-3942E0C352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6296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681568"/>
            <a:ext cx="19716750" cy="247438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4603" y="3138171"/>
            <a:ext cx="9670851" cy="1537969"/>
          </a:xfrm>
        </p:spPr>
        <p:txBody>
          <a:bodyPr anchor="b"/>
          <a:lstStyle>
            <a:lvl1pPr marL="0" indent="0">
              <a:buNone/>
              <a:defRPr sz="4480" b="1"/>
            </a:lvl1pPr>
            <a:lvl2pPr marL="853455" indent="0">
              <a:buNone/>
              <a:defRPr sz="3733" b="1"/>
            </a:lvl2pPr>
            <a:lvl3pPr marL="1706910" indent="0">
              <a:buNone/>
              <a:defRPr sz="3360" b="1"/>
            </a:lvl3pPr>
            <a:lvl4pPr marL="2560366" indent="0">
              <a:buNone/>
              <a:defRPr sz="2987" b="1"/>
            </a:lvl4pPr>
            <a:lvl5pPr marL="3413821" indent="0">
              <a:buNone/>
              <a:defRPr sz="2987" b="1"/>
            </a:lvl5pPr>
            <a:lvl6pPr marL="4267276" indent="0">
              <a:buNone/>
              <a:defRPr sz="2987" b="1"/>
            </a:lvl6pPr>
            <a:lvl7pPr marL="5120731" indent="0">
              <a:buNone/>
              <a:defRPr sz="2987" b="1"/>
            </a:lvl7pPr>
            <a:lvl8pPr marL="5974187" indent="0">
              <a:buNone/>
              <a:defRPr sz="2987" b="1"/>
            </a:lvl8pPr>
            <a:lvl9pPr marL="6827642" indent="0">
              <a:buNone/>
              <a:defRPr sz="298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74603" y="4676140"/>
            <a:ext cx="9670851" cy="68778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572875" y="3138171"/>
            <a:ext cx="9718478" cy="1537969"/>
          </a:xfrm>
        </p:spPr>
        <p:txBody>
          <a:bodyPr anchor="b"/>
          <a:lstStyle>
            <a:lvl1pPr marL="0" indent="0">
              <a:buNone/>
              <a:defRPr sz="4480" b="1"/>
            </a:lvl1pPr>
            <a:lvl2pPr marL="853455" indent="0">
              <a:buNone/>
              <a:defRPr sz="3733" b="1"/>
            </a:lvl2pPr>
            <a:lvl3pPr marL="1706910" indent="0">
              <a:buNone/>
              <a:defRPr sz="3360" b="1"/>
            </a:lvl3pPr>
            <a:lvl4pPr marL="2560366" indent="0">
              <a:buNone/>
              <a:defRPr sz="2987" b="1"/>
            </a:lvl4pPr>
            <a:lvl5pPr marL="3413821" indent="0">
              <a:buNone/>
              <a:defRPr sz="2987" b="1"/>
            </a:lvl5pPr>
            <a:lvl6pPr marL="4267276" indent="0">
              <a:buNone/>
              <a:defRPr sz="2987" b="1"/>
            </a:lvl6pPr>
            <a:lvl7pPr marL="5120731" indent="0">
              <a:buNone/>
              <a:defRPr sz="2987" b="1"/>
            </a:lvl7pPr>
            <a:lvl8pPr marL="5974187" indent="0">
              <a:buNone/>
              <a:defRPr sz="2987" b="1"/>
            </a:lvl8pPr>
            <a:lvl9pPr marL="6827642" indent="0">
              <a:buNone/>
              <a:defRPr sz="298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572875" y="4676140"/>
            <a:ext cx="9718478" cy="68778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A4FEC-1FD3-4CE8-AA04-AC4B63EFA7BC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B50304-26E4-43CE-B53E-3942E0C352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290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A4FEC-1FD3-4CE8-AA04-AC4B63EFA7BC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B50304-26E4-43CE-B53E-3942E0C352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5031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A4FEC-1FD3-4CE8-AA04-AC4B63EFA7BC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B50304-26E4-43CE-B53E-3942E0C352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13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4" y="853440"/>
            <a:ext cx="7372944" cy="2987040"/>
          </a:xfrm>
        </p:spPr>
        <p:txBody>
          <a:bodyPr anchor="b"/>
          <a:lstStyle>
            <a:lvl1pPr>
              <a:defRPr sz="597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18477" y="1843194"/>
            <a:ext cx="11572875" cy="9097433"/>
          </a:xfrm>
        </p:spPr>
        <p:txBody>
          <a:bodyPr/>
          <a:lstStyle>
            <a:lvl1pPr>
              <a:defRPr sz="5973"/>
            </a:lvl1pPr>
            <a:lvl2pPr>
              <a:defRPr sz="5227"/>
            </a:lvl2pPr>
            <a:lvl3pPr>
              <a:defRPr sz="4480"/>
            </a:lvl3pPr>
            <a:lvl4pPr>
              <a:defRPr sz="3733"/>
            </a:lvl4pPr>
            <a:lvl5pPr>
              <a:defRPr sz="3733"/>
            </a:lvl5pPr>
            <a:lvl6pPr>
              <a:defRPr sz="3733"/>
            </a:lvl6pPr>
            <a:lvl7pPr>
              <a:defRPr sz="3733"/>
            </a:lvl7pPr>
            <a:lvl8pPr>
              <a:defRPr sz="3733"/>
            </a:lvl8pPr>
            <a:lvl9pPr>
              <a:defRPr sz="37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74604" y="3840480"/>
            <a:ext cx="7372944" cy="7114964"/>
          </a:xfrm>
        </p:spPr>
        <p:txBody>
          <a:bodyPr/>
          <a:lstStyle>
            <a:lvl1pPr marL="0" indent="0">
              <a:buNone/>
              <a:defRPr sz="2987"/>
            </a:lvl1pPr>
            <a:lvl2pPr marL="853455" indent="0">
              <a:buNone/>
              <a:defRPr sz="2613"/>
            </a:lvl2pPr>
            <a:lvl3pPr marL="1706910" indent="0">
              <a:buNone/>
              <a:defRPr sz="2240"/>
            </a:lvl3pPr>
            <a:lvl4pPr marL="2560366" indent="0">
              <a:buNone/>
              <a:defRPr sz="1867"/>
            </a:lvl4pPr>
            <a:lvl5pPr marL="3413821" indent="0">
              <a:buNone/>
              <a:defRPr sz="1867"/>
            </a:lvl5pPr>
            <a:lvl6pPr marL="4267276" indent="0">
              <a:buNone/>
              <a:defRPr sz="1867"/>
            </a:lvl6pPr>
            <a:lvl7pPr marL="5120731" indent="0">
              <a:buNone/>
              <a:defRPr sz="1867"/>
            </a:lvl7pPr>
            <a:lvl8pPr marL="5974187" indent="0">
              <a:buNone/>
              <a:defRPr sz="1867"/>
            </a:lvl8pPr>
            <a:lvl9pPr marL="6827642" indent="0">
              <a:buNone/>
              <a:defRPr sz="18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A4FEC-1FD3-4CE8-AA04-AC4B63EFA7BC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B50304-26E4-43CE-B53E-3942E0C352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8010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4" y="853440"/>
            <a:ext cx="7372944" cy="2987040"/>
          </a:xfrm>
        </p:spPr>
        <p:txBody>
          <a:bodyPr anchor="b"/>
          <a:lstStyle>
            <a:lvl1pPr>
              <a:defRPr sz="597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718477" y="1843194"/>
            <a:ext cx="11572875" cy="9097433"/>
          </a:xfrm>
        </p:spPr>
        <p:txBody>
          <a:bodyPr anchor="t"/>
          <a:lstStyle>
            <a:lvl1pPr marL="0" indent="0">
              <a:buNone/>
              <a:defRPr sz="5973"/>
            </a:lvl1pPr>
            <a:lvl2pPr marL="853455" indent="0">
              <a:buNone/>
              <a:defRPr sz="5227"/>
            </a:lvl2pPr>
            <a:lvl3pPr marL="1706910" indent="0">
              <a:buNone/>
              <a:defRPr sz="4480"/>
            </a:lvl3pPr>
            <a:lvl4pPr marL="2560366" indent="0">
              <a:buNone/>
              <a:defRPr sz="3733"/>
            </a:lvl4pPr>
            <a:lvl5pPr marL="3413821" indent="0">
              <a:buNone/>
              <a:defRPr sz="3733"/>
            </a:lvl5pPr>
            <a:lvl6pPr marL="4267276" indent="0">
              <a:buNone/>
              <a:defRPr sz="3733"/>
            </a:lvl6pPr>
            <a:lvl7pPr marL="5120731" indent="0">
              <a:buNone/>
              <a:defRPr sz="3733"/>
            </a:lvl7pPr>
            <a:lvl8pPr marL="5974187" indent="0">
              <a:buNone/>
              <a:defRPr sz="3733"/>
            </a:lvl8pPr>
            <a:lvl9pPr marL="6827642" indent="0">
              <a:buNone/>
              <a:defRPr sz="37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74604" y="3840480"/>
            <a:ext cx="7372944" cy="7114964"/>
          </a:xfrm>
        </p:spPr>
        <p:txBody>
          <a:bodyPr/>
          <a:lstStyle>
            <a:lvl1pPr marL="0" indent="0">
              <a:buNone/>
              <a:defRPr sz="2987"/>
            </a:lvl1pPr>
            <a:lvl2pPr marL="853455" indent="0">
              <a:buNone/>
              <a:defRPr sz="2613"/>
            </a:lvl2pPr>
            <a:lvl3pPr marL="1706910" indent="0">
              <a:buNone/>
              <a:defRPr sz="2240"/>
            </a:lvl3pPr>
            <a:lvl4pPr marL="2560366" indent="0">
              <a:buNone/>
              <a:defRPr sz="1867"/>
            </a:lvl4pPr>
            <a:lvl5pPr marL="3413821" indent="0">
              <a:buNone/>
              <a:defRPr sz="1867"/>
            </a:lvl5pPr>
            <a:lvl6pPr marL="4267276" indent="0">
              <a:buNone/>
              <a:defRPr sz="1867"/>
            </a:lvl6pPr>
            <a:lvl7pPr marL="5120731" indent="0">
              <a:buNone/>
              <a:defRPr sz="1867"/>
            </a:lvl7pPr>
            <a:lvl8pPr marL="5974187" indent="0">
              <a:buNone/>
              <a:defRPr sz="1867"/>
            </a:lvl8pPr>
            <a:lvl9pPr marL="6827642" indent="0">
              <a:buNone/>
              <a:defRPr sz="18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A4FEC-1FD3-4CE8-AA04-AC4B63EFA7BC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B50304-26E4-43CE-B53E-3942E0C352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5841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A4FEC-1FD3-4CE8-AA04-AC4B63EFA7BC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B50304-26E4-43CE-B53E-3942E0C352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0572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359187" y="681567"/>
            <a:ext cx="4929188" cy="1084876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71625" y="681567"/>
            <a:ext cx="14501813" cy="1084876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6A4FEC-1FD3-4CE8-AA04-AC4B63EFA7BC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B50304-26E4-43CE-B53E-3942E0C352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961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71625" y="681568"/>
            <a:ext cx="19716750" cy="24743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1625" y="3407833"/>
            <a:ext cx="19716750" cy="81224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71625" y="11865187"/>
            <a:ext cx="5143500" cy="681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2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6A4FEC-1FD3-4CE8-AA04-AC4B63EFA7BC}" type="datetimeFigureOut">
              <a:rPr lang="en-US" smtClean="0"/>
              <a:t>2025-12-09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572375" y="11865187"/>
            <a:ext cx="7715250" cy="681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2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144875" y="11865187"/>
            <a:ext cx="5143500" cy="681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2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B50304-26E4-43CE-B53E-3942E0C352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535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706910" rtl="0" eaLnBrk="1" latinLnBrk="0" hangingPunct="1">
        <a:lnSpc>
          <a:spcPct val="90000"/>
        </a:lnSpc>
        <a:spcBef>
          <a:spcPct val="0"/>
        </a:spcBef>
        <a:buNone/>
        <a:defRPr sz="821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26728" indent="-426728" algn="l" defTabSz="1706910" rtl="0" eaLnBrk="1" latinLnBrk="0" hangingPunct="1">
        <a:lnSpc>
          <a:spcPct val="90000"/>
        </a:lnSpc>
        <a:spcBef>
          <a:spcPts val="1867"/>
        </a:spcBef>
        <a:buFont typeface="Arial" panose="020B0604020202020204" pitchFamily="34" charset="0"/>
        <a:buChar char="•"/>
        <a:defRPr sz="5227" kern="1200">
          <a:solidFill>
            <a:schemeClr val="tx1"/>
          </a:solidFill>
          <a:latin typeface="+mn-lt"/>
          <a:ea typeface="+mn-ea"/>
          <a:cs typeface="+mn-cs"/>
        </a:defRPr>
      </a:lvl1pPr>
      <a:lvl2pPr marL="1280183" indent="-426728" algn="l" defTabSz="1706910" rtl="0" eaLnBrk="1" latinLnBrk="0" hangingPunct="1">
        <a:lnSpc>
          <a:spcPct val="90000"/>
        </a:lnSpc>
        <a:spcBef>
          <a:spcPts val="933"/>
        </a:spcBef>
        <a:buFont typeface="Arial" panose="020B0604020202020204" pitchFamily="34" charset="0"/>
        <a:buChar char="•"/>
        <a:defRPr sz="4480" kern="1200">
          <a:solidFill>
            <a:schemeClr val="tx1"/>
          </a:solidFill>
          <a:latin typeface="+mn-lt"/>
          <a:ea typeface="+mn-ea"/>
          <a:cs typeface="+mn-cs"/>
        </a:defRPr>
      </a:lvl2pPr>
      <a:lvl3pPr marL="2133638" indent="-426728" algn="l" defTabSz="1706910" rtl="0" eaLnBrk="1" latinLnBrk="0" hangingPunct="1">
        <a:lnSpc>
          <a:spcPct val="90000"/>
        </a:lnSpc>
        <a:spcBef>
          <a:spcPts val="9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3pPr>
      <a:lvl4pPr marL="2987093" indent="-426728" algn="l" defTabSz="1706910" rtl="0" eaLnBrk="1" latinLnBrk="0" hangingPunct="1">
        <a:lnSpc>
          <a:spcPct val="90000"/>
        </a:lnSpc>
        <a:spcBef>
          <a:spcPts val="933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4pPr>
      <a:lvl5pPr marL="3840549" indent="-426728" algn="l" defTabSz="1706910" rtl="0" eaLnBrk="1" latinLnBrk="0" hangingPunct="1">
        <a:lnSpc>
          <a:spcPct val="90000"/>
        </a:lnSpc>
        <a:spcBef>
          <a:spcPts val="933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5pPr>
      <a:lvl6pPr marL="4694004" indent="-426728" algn="l" defTabSz="1706910" rtl="0" eaLnBrk="1" latinLnBrk="0" hangingPunct="1">
        <a:lnSpc>
          <a:spcPct val="90000"/>
        </a:lnSpc>
        <a:spcBef>
          <a:spcPts val="933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6pPr>
      <a:lvl7pPr marL="5547459" indent="-426728" algn="l" defTabSz="1706910" rtl="0" eaLnBrk="1" latinLnBrk="0" hangingPunct="1">
        <a:lnSpc>
          <a:spcPct val="90000"/>
        </a:lnSpc>
        <a:spcBef>
          <a:spcPts val="933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7pPr>
      <a:lvl8pPr marL="6400914" indent="-426728" algn="l" defTabSz="1706910" rtl="0" eaLnBrk="1" latinLnBrk="0" hangingPunct="1">
        <a:lnSpc>
          <a:spcPct val="90000"/>
        </a:lnSpc>
        <a:spcBef>
          <a:spcPts val="933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8pPr>
      <a:lvl9pPr marL="7254370" indent="-426728" algn="l" defTabSz="1706910" rtl="0" eaLnBrk="1" latinLnBrk="0" hangingPunct="1">
        <a:lnSpc>
          <a:spcPct val="90000"/>
        </a:lnSpc>
        <a:spcBef>
          <a:spcPts val="933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706910" rtl="0" eaLnBrk="1" latinLnBrk="0" hangingPunct="1"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53455" algn="l" defTabSz="1706910" rtl="0" eaLnBrk="1" latinLnBrk="0" hangingPunct="1"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706910" algn="l" defTabSz="1706910" rtl="0" eaLnBrk="1" latinLnBrk="0" hangingPunct="1">
        <a:defRPr sz="3360" kern="1200">
          <a:solidFill>
            <a:schemeClr val="tx1"/>
          </a:solidFill>
          <a:latin typeface="+mn-lt"/>
          <a:ea typeface="+mn-ea"/>
          <a:cs typeface="+mn-cs"/>
        </a:defRPr>
      </a:lvl3pPr>
      <a:lvl4pPr marL="2560366" algn="l" defTabSz="1706910" rtl="0" eaLnBrk="1" latinLnBrk="0" hangingPunct="1">
        <a:defRPr sz="3360" kern="1200">
          <a:solidFill>
            <a:schemeClr val="tx1"/>
          </a:solidFill>
          <a:latin typeface="+mn-lt"/>
          <a:ea typeface="+mn-ea"/>
          <a:cs typeface="+mn-cs"/>
        </a:defRPr>
      </a:lvl4pPr>
      <a:lvl5pPr marL="3413821" algn="l" defTabSz="1706910" rtl="0" eaLnBrk="1" latinLnBrk="0" hangingPunct="1">
        <a:defRPr sz="3360" kern="1200">
          <a:solidFill>
            <a:schemeClr val="tx1"/>
          </a:solidFill>
          <a:latin typeface="+mn-lt"/>
          <a:ea typeface="+mn-ea"/>
          <a:cs typeface="+mn-cs"/>
        </a:defRPr>
      </a:lvl5pPr>
      <a:lvl6pPr marL="4267276" algn="l" defTabSz="1706910" rtl="0" eaLnBrk="1" latinLnBrk="0" hangingPunct="1">
        <a:defRPr sz="3360" kern="1200">
          <a:solidFill>
            <a:schemeClr val="tx1"/>
          </a:solidFill>
          <a:latin typeface="+mn-lt"/>
          <a:ea typeface="+mn-ea"/>
          <a:cs typeface="+mn-cs"/>
        </a:defRPr>
      </a:lvl6pPr>
      <a:lvl7pPr marL="5120731" algn="l" defTabSz="1706910" rtl="0" eaLnBrk="1" latinLnBrk="0" hangingPunct="1">
        <a:defRPr sz="3360" kern="1200">
          <a:solidFill>
            <a:schemeClr val="tx1"/>
          </a:solidFill>
          <a:latin typeface="+mn-lt"/>
          <a:ea typeface="+mn-ea"/>
          <a:cs typeface="+mn-cs"/>
        </a:defRPr>
      </a:lvl7pPr>
      <a:lvl8pPr marL="5974187" algn="l" defTabSz="1706910" rtl="0" eaLnBrk="1" latinLnBrk="0" hangingPunct="1">
        <a:defRPr sz="3360" kern="1200">
          <a:solidFill>
            <a:schemeClr val="tx1"/>
          </a:solidFill>
          <a:latin typeface="+mn-lt"/>
          <a:ea typeface="+mn-ea"/>
          <a:cs typeface="+mn-cs"/>
        </a:defRPr>
      </a:lvl8pPr>
      <a:lvl9pPr marL="6827642" algn="l" defTabSz="1706910" rtl="0" eaLnBrk="1" latinLnBrk="0" hangingPunct="1">
        <a:defRPr sz="33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>
            <a:extLst>
              <a:ext uri="{FF2B5EF4-FFF2-40B4-BE49-F238E27FC236}">
                <a16:creationId xmlns:a16="http://schemas.microsoft.com/office/drawing/2014/main" id="{344E9C55-A693-2BE5-E04E-6701277DA7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7649" y="441635"/>
            <a:ext cx="22364701" cy="1191832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90EFA72-A857-310D-68B2-B0FFDF6FC514}"/>
              </a:ext>
            </a:extLst>
          </p:cNvPr>
          <p:cNvSpPr/>
          <p:nvPr/>
        </p:nvSpPr>
        <p:spPr>
          <a:xfrm>
            <a:off x="370107" y="1432832"/>
            <a:ext cx="2716065" cy="70118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DBD952-35F0-2BA9-3329-B00B75D0B048}"/>
              </a:ext>
            </a:extLst>
          </p:cNvPr>
          <p:cNvSpPr/>
          <p:nvPr/>
        </p:nvSpPr>
        <p:spPr>
          <a:xfrm>
            <a:off x="401189" y="2591459"/>
            <a:ext cx="2716065" cy="88066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D322DC-B8DD-250E-DF43-38A33344E296}"/>
              </a:ext>
            </a:extLst>
          </p:cNvPr>
          <p:cNvSpPr/>
          <p:nvPr/>
        </p:nvSpPr>
        <p:spPr>
          <a:xfrm>
            <a:off x="390512" y="3889809"/>
            <a:ext cx="2716065" cy="3722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E97013B-FAB9-1D2C-ECA2-F601CAC5EF8B}"/>
              </a:ext>
            </a:extLst>
          </p:cNvPr>
          <p:cNvSpPr/>
          <p:nvPr/>
        </p:nvSpPr>
        <p:spPr>
          <a:xfrm>
            <a:off x="375476" y="4650393"/>
            <a:ext cx="2716065" cy="96025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40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EEBE01A-C296-2B1E-BAA7-10F963096BD2}"/>
              </a:ext>
            </a:extLst>
          </p:cNvPr>
          <p:cNvSpPr/>
          <p:nvPr/>
        </p:nvSpPr>
        <p:spPr>
          <a:xfrm>
            <a:off x="375548" y="5683794"/>
            <a:ext cx="2716065" cy="2611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4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5BCCE1D-3914-420D-3A56-7A729EE86DFD}"/>
              </a:ext>
            </a:extLst>
          </p:cNvPr>
          <p:cNvSpPr/>
          <p:nvPr/>
        </p:nvSpPr>
        <p:spPr>
          <a:xfrm>
            <a:off x="375546" y="6195988"/>
            <a:ext cx="2716065" cy="2611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40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832CCD4-1579-5D65-F0BB-57B2191B8C3A}"/>
              </a:ext>
            </a:extLst>
          </p:cNvPr>
          <p:cNvSpPr/>
          <p:nvPr/>
        </p:nvSpPr>
        <p:spPr>
          <a:xfrm>
            <a:off x="375548" y="6568466"/>
            <a:ext cx="2716065" cy="2611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4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56ED8D1-835D-FD67-363D-94C7618777F4}"/>
              </a:ext>
            </a:extLst>
          </p:cNvPr>
          <p:cNvSpPr/>
          <p:nvPr/>
        </p:nvSpPr>
        <p:spPr>
          <a:xfrm>
            <a:off x="3395448" y="10951734"/>
            <a:ext cx="19123654" cy="1352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9F36744-A394-4DD5-3023-54246F1FF32E}"/>
              </a:ext>
            </a:extLst>
          </p:cNvPr>
          <p:cNvSpPr/>
          <p:nvPr/>
        </p:nvSpPr>
        <p:spPr>
          <a:xfrm>
            <a:off x="3689960" y="1561678"/>
            <a:ext cx="14197815" cy="847834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40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641BEB-FCD9-4896-0AD3-B32D55C3ACD1}"/>
              </a:ext>
            </a:extLst>
          </p:cNvPr>
          <p:cNvSpPr/>
          <p:nvPr/>
        </p:nvSpPr>
        <p:spPr>
          <a:xfrm>
            <a:off x="18573296" y="935701"/>
            <a:ext cx="3214543" cy="97592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35CF9A-E5AB-97BC-1789-737AF4C31274}"/>
              </a:ext>
            </a:extLst>
          </p:cNvPr>
          <p:cNvSpPr txBox="1"/>
          <p:nvPr/>
        </p:nvSpPr>
        <p:spPr>
          <a:xfrm>
            <a:off x="370105" y="935702"/>
            <a:ext cx="27160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C00000"/>
                </a:solidFill>
                <a:highlight>
                  <a:srgbClr val="FFFF00"/>
                </a:highlight>
              </a:rPr>
              <a:t>Registration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17188E-D662-65AF-5DC2-019C620E0F59}"/>
              </a:ext>
            </a:extLst>
          </p:cNvPr>
          <p:cNvSpPr txBox="1"/>
          <p:nvPr/>
        </p:nvSpPr>
        <p:spPr>
          <a:xfrm>
            <a:off x="401191" y="2151312"/>
            <a:ext cx="2716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Navigate Patients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14F564-6E89-BEB1-63F3-496B34BA7C0E}"/>
              </a:ext>
            </a:extLst>
          </p:cNvPr>
          <p:cNvSpPr txBox="1"/>
          <p:nvPr/>
        </p:nvSpPr>
        <p:spPr>
          <a:xfrm>
            <a:off x="401188" y="3560237"/>
            <a:ext cx="2716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Control HU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49AA82-CECB-620A-4C34-8E6A4DE32724}"/>
              </a:ext>
            </a:extLst>
          </p:cNvPr>
          <p:cNvSpPr txBox="1"/>
          <p:nvPr/>
        </p:nvSpPr>
        <p:spPr>
          <a:xfrm>
            <a:off x="390511" y="4270426"/>
            <a:ext cx="2716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Navigate Landmarks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70E650E-24C4-DCCA-B7DD-23B8BEAF656A}"/>
              </a:ext>
            </a:extLst>
          </p:cNvPr>
          <p:cNvSpPr txBox="1"/>
          <p:nvPr/>
        </p:nvSpPr>
        <p:spPr>
          <a:xfrm>
            <a:off x="3080639" y="5596285"/>
            <a:ext cx="22288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  <a:highlight>
                  <a:srgbClr val="FFFF00"/>
                </a:highlight>
              </a:rPr>
              <a:t>Current selection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592012B-90E1-D7BD-904F-7EDAC2DE6630}"/>
              </a:ext>
            </a:extLst>
          </p:cNvPr>
          <p:cNvSpPr txBox="1"/>
          <p:nvPr/>
        </p:nvSpPr>
        <p:spPr>
          <a:xfrm>
            <a:off x="3080637" y="6090356"/>
            <a:ext cx="18190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  <a:highlight>
                  <a:srgbClr val="FFFF00"/>
                </a:highlight>
              </a:rPr>
              <a:t>Visualize MPR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8331CF-75CB-4A9D-A413-9788D560523C}"/>
              </a:ext>
            </a:extLst>
          </p:cNvPr>
          <p:cNvSpPr txBox="1"/>
          <p:nvPr/>
        </p:nvSpPr>
        <p:spPr>
          <a:xfrm>
            <a:off x="3080639" y="6480958"/>
            <a:ext cx="20724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  <a:highlight>
                  <a:srgbClr val="FFFF00"/>
                </a:highlight>
              </a:rPr>
              <a:t>Save annotation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41C275F-2C17-F7BF-5DF5-01FE146D8FA5}"/>
              </a:ext>
            </a:extLst>
          </p:cNvPr>
          <p:cNvSpPr txBox="1"/>
          <p:nvPr/>
        </p:nvSpPr>
        <p:spPr>
          <a:xfrm>
            <a:off x="3170898" y="10454604"/>
            <a:ext cx="16060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  <a:highlight>
                  <a:srgbClr val="FFFF00"/>
                </a:highlight>
              </a:rPr>
              <a:t>Instructions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727BD7-ABC6-371A-6226-D1666686B125}"/>
              </a:ext>
            </a:extLst>
          </p:cNvPr>
          <p:cNvSpPr txBox="1"/>
          <p:nvPr/>
        </p:nvSpPr>
        <p:spPr>
          <a:xfrm>
            <a:off x="7842369" y="1064549"/>
            <a:ext cx="49392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  <a:highlight>
                  <a:srgbClr val="FFFF00"/>
                </a:highlight>
              </a:rPr>
              <a:t>Orthogonal Average Intensity Projections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F2E0C2F-8ED5-8C1C-FCE4-287485CE7D65}"/>
              </a:ext>
            </a:extLst>
          </p:cNvPr>
          <p:cNvSpPr txBox="1"/>
          <p:nvPr/>
        </p:nvSpPr>
        <p:spPr>
          <a:xfrm>
            <a:off x="18573294" y="500898"/>
            <a:ext cx="3481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  <a:highlight>
                  <a:srgbClr val="FFFF00"/>
                </a:highlight>
              </a:rPr>
              <a:t>Multi-Planar Reconstruction</a:t>
            </a:r>
          </a:p>
        </p:txBody>
      </p:sp>
    </p:spTree>
    <p:extLst>
      <p:ext uri="{BB962C8B-B14F-4D97-AF65-F5344CB8AC3E}">
        <p14:creationId xmlns:p14="http://schemas.microsoft.com/office/powerpoint/2010/main" val="10028313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</TotalTime>
  <Words>20</Words>
  <Application>Microsoft Office PowerPoint</Application>
  <PresentationFormat>Custom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Ahmad Arrabi</dc:creator>
  <cp:lastModifiedBy>Ahmad Arrabi</cp:lastModifiedBy>
  <cp:revision>3</cp:revision>
  <dcterms:created xsi:type="dcterms:W3CDTF">2025-12-10T02:01:57Z</dcterms:created>
  <dcterms:modified xsi:type="dcterms:W3CDTF">2025-12-10T02:33:59Z</dcterms:modified>
</cp:coreProperties>
</file>